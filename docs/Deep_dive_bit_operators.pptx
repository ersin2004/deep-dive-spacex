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8" r:id="rId3"/>
    <p:sldId id="259" r:id="rId4"/>
    <p:sldId id="277" r:id="rId5"/>
    <p:sldId id="272" r:id="rId6"/>
    <p:sldId id="262" r:id="rId7"/>
    <p:sldId id="270" r:id="rId8"/>
    <p:sldId id="281" r:id="rId9"/>
  </p:sldIdLst>
  <p:sldSz cx="9144000" cy="5143500" type="screen16x9"/>
  <p:notesSz cx="6858000" cy="9144000"/>
  <p:embeddedFontLst>
    <p:embeddedFont>
      <p:font typeface="Anaheim" panose="020B0604020202020204" charset="0"/>
      <p:regular r:id="rId11"/>
    </p:embeddedFont>
    <p:embeddedFont>
      <p:font typeface="Barlow Condensed ExtraBold" panose="00000906000000000000" pitchFamily="2" charset="0"/>
      <p:bold r:id="rId12"/>
      <p:boldItalic r:id="rId13"/>
    </p:embeddedFont>
    <p:embeddedFont>
      <p:font typeface="Nunito Light" pitchFamily="2" charset="0"/>
      <p:regular r:id="rId14"/>
      <p:italic r:id="rId15"/>
    </p:embeddedFont>
    <p:embeddedFont>
      <p:font typeface="Overpass Mono" panose="020B0604020202020204" charset="0"/>
      <p:regular r:id="rId16"/>
      <p:bold r:id="rId17"/>
    </p:embeddedFont>
    <p:embeddedFont>
      <p:font typeface="Raleway SemiBold" pitchFamily="2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40FAD7-04AD-4207-ABEF-1431D459D54E}">
  <a:tblStyle styleId="{A740FAD7-04AD-4207-ABEF-1431D459D5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E01449-A273-4201-8FB4-E4D62AC201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b872573b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b872573b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8b34d0e6d4_5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8b34d0e6d4_5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8d4cbd36da_4_3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8d4cbd36da_4_3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22dda0a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8d4cbd36da_4_31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8d4cbd36da_4_31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8d4cbd36da_4_3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8d4cbd36da_4_3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1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419025" y="1575200"/>
            <a:ext cx="2725105" cy="24089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0" y="4700673"/>
            <a:ext cx="1675636" cy="442823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1584850"/>
            <a:ext cx="4361919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076300" y="1584850"/>
            <a:ext cx="1243658" cy="241393"/>
          </a:xfrm>
          <a:custGeom>
            <a:avLst/>
            <a:gdLst/>
            <a:ahLst/>
            <a:cxnLst/>
            <a:rect l="l" t="t" r="r" b="b"/>
            <a:pathLst>
              <a:path w="19503" h="5847" extrusionOk="0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172024" y="3002644"/>
            <a:ext cx="1243656" cy="240911"/>
          </a:xfrm>
          <a:custGeom>
            <a:avLst/>
            <a:gdLst/>
            <a:ahLst/>
            <a:cxnLst/>
            <a:rect l="l" t="t" r="r" b="b"/>
            <a:pathLst>
              <a:path w="30184" h="5847" extrusionOk="0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667250" y="3002650"/>
            <a:ext cx="4476882" cy="24089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552950" y="1584850"/>
            <a:ext cx="134246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ctrTitle" idx="4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5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23850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0" y="2156637"/>
            <a:ext cx="2107897" cy="128764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2107970" y="2156637"/>
            <a:ext cx="1115538" cy="128764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430892" y="2369856"/>
            <a:ext cx="1645026" cy="128764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1597826" y="2369856"/>
            <a:ext cx="478141" cy="128764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2665754" y="2369856"/>
            <a:ext cx="557777" cy="128764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0" y="3222713"/>
            <a:ext cx="1472750" cy="128392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2202118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2406772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2061089" y="2796292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856436" y="2796292"/>
            <a:ext cx="128376" cy="128749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641505" y="2796292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094800" y="2583074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191634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1339573" y="3009138"/>
            <a:ext cx="1644653" cy="128749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339573" y="3009138"/>
            <a:ext cx="478156" cy="128749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0" y="3009510"/>
            <a:ext cx="749775" cy="128376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084687" y="3009138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879662" y="3009138"/>
            <a:ext cx="128749" cy="128749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533979" y="3435558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338622" y="3435558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142891" y="3435558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3094800" y="3009138"/>
            <a:ext cx="128749" cy="128749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1676332" y="2583074"/>
            <a:ext cx="1314984" cy="128764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2267232" y="2796292"/>
            <a:ext cx="956281" cy="128749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41505" y="2796292"/>
            <a:ext cx="896384" cy="128749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0" y="2796292"/>
            <a:ext cx="449495" cy="128749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676332" y="3222340"/>
            <a:ext cx="1547157" cy="128764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522506" y="3435558"/>
            <a:ext cx="701019" cy="128764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0" y="2583074"/>
            <a:ext cx="1277773" cy="128764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812313" y="3435558"/>
            <a:ext cx="1562783" cy="128764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3223538" y="1474200"/>
            <a:ext cx="1086520" cy="2772465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40" y="1952289"/>
            <a:ext cx="7790203" cy="131872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2"/>
          <p:cNvSpPr/>
          <p:nvPr/>
        </p:nvSpPr>
        <p:spPr>
          <a:xfrm flipH="1">
            <a:off x="933395" y="3495600"/>
            <a:ext cx="8210589" cy="13185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6" r:id="rId5"/>
    <p:sldLayoutId id="2147483659" r:id="rId6"/>
    <p:sldLayoutId id="2147483661" r:id="rId7"/>
    <p:sldLayoutId id="2147483665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25299" y="1523687"/>
            <a:ext cx="5957889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Bit</a:t>
            </a:r>
            <a:br>
              <a:rPr lang="nl-NL" dirty="0"/>
            </a:br>
            <a:r>
              <a:rPr lang="nl-NL" dirty="0"/>
              <a:t>Operators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48" name="Google Shape;348;p29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01</a:t>
            </a:r>
            <a:endParaRPr sz="3500" b="1"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"/>
          </p:nvPr>
        </p:nvSpPr>
        <p:spPr>
          <a:xfrm flipH="1">
            <a:off x="2189800" y="2162325"/>
            <a:ext cx="2301517" cy="50691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0" name="Google Shape;350;p29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03</a:t>
            </a:r>
            <a:endParaRPr sz="3500" b="1"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Overpass Mono"/>
                <a:ea typeface="Overpass Mono"/>
                <a:cs typeface="Overpass Mono"/>
                <a:sym typeface="Overpass Mono"/>
              </a:rPr>
              <a:t>Demo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Overpass Mono"/>
                <a:ea typeface="Overpass Mono"/>
                <a:cs typeface="Overpass Mono"/>
                <a:sym typeface="Overpass Mono"/>
              </a:rPr>
              <a:t>Assignment</a:t>
            </a:r>
            <a:endParaRPr dirty="0"/>
          </a:p>
        </p:txBody>
      </p:sp>
      <p:sp>
        <p:nvSpPr>
          <p:cNvPr id="354" name="Google Shape;354;p29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Questions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0"/>
          <p:cNvPicPr preferRelativeResize="0"/>
          <p:nvPr/>
        </p:nvPicPr>
        <p:blipFill rotWithShape="1">
          <a:blip r:embed="rId3">
            <a:alphaModFix/>
          </a:blip>
          <a:srcRect l="24495" t="18187" r="9353" b="4812"/>
          <a:stretch/>
        </p:blipFill>
        <p:spPr>
          <a:xfrm>
            <a:off x="5353050" y="1809750"/>
            <a:ext cx="3324251" cy="258127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NL" dirty="0"/>
              <a:t>Team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NL" dirty="0"/>
              <a:t>Technieken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NL" dirty="0"/>
              <a:t>Rollen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NL" dirty="0"/>
              <a:t>Taken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NL" dirty="0"/>
              <a:t>Realistische planning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INTRODUCTION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8"/>
          <p:cNvSpPr/>
          <p:nvPr/>
        </p:nvSpPr>
        <p:spPr>
          <a:xfrm>
            <a:off x="-200" y="2542874"/>
            <a:ext cx="9144000" cy="671412"/>
          </a:xfrm>
          <a:custGeom>
            <a:avLst/>
            <a:gdLst/>
            <a:ahLst/>
            <a:cxnLst/>
            <a:rect l="l" t="t" r="r" b="b"/>
            <a:pathLst>
              <a:path w="285750" h="20980" extrusionOk="0">
                <a:moveTo>
                  <a:pt x="0" y="1"/>
                </a:moveTo>
                <a:lnTo>
                  <a:pt x="0" y="20979"/>
                </a:lnTo>
                <a:lnTo>
                  <a:pt x="285750" y="20979"/>
                </a:lnTo>
                <a:lnTo>
                  <a:pt x="28575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8"/>
          <p:cNvSpPr/>
          <p:nvPr/>
        </p:nvSpPr>
        <p:spPr>
          <a:xfrm>
            <a:off x="6334054" y="2542874"/>
            <a:ext cx="1762144" cy="671412"/>
          </a:xfrm>
          <a:custGeom>
            <a:avLst/>
            <a:gdLst/>
            <a:ahLst/>
            <a:cxnLst/>
            <a:rect l="l" t="t" r="r" b="b"/>
            <a:pathLst>
              <a:path w="55067" h="20980" extrusionOk="0">
                <a:moveTo>
                  <a:pt x="0" y="1"/>
                </a:moveTo>
                <a:lnTo>
                  <a:pt x="0" y="20979"/>
                </a:lnTo>
                <a:lnTo>
                  <a:pt x="55067" y="20979"/>
                </a:lnTo>
                <a:lnTo>
                  <a:pt x="550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8"/>
          <p:cNvSpPr/>
          <p:nvPr/>
        </p:nvSpPr>
        <p:spPr>
          <a:xfrm>
            <a:off x="4571903" y="2542874"/>
            <a:ext cx="1871872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6" y="20979"/>
                </a:lnTo>
                <a:lnTo>
                  <a:pt x="55066" y="16074"/>
                </a:lnTo>
                <a:lnTo>
                  <a:pt x="58495" y="16074"/>
                </a:lnTo>
                <a:lnTo>
                  <a:pt x="58495" y="4906"/>
                </a:lnTo>
                <a:lnTo>
                  <a:pt x="55066" y="4906"/>
                </a:lnTo>
                <a:lnTo>
                  <a:pt x="550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8"/>
          <p:cNvSpPr/>
          <p:nvPr/>
        </p:nvSpPr>
        <p:spPr>
          <a:xfrm>
            <a:off x="2809719" y="2542874"/>
            <a:ext cx="1871872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1" y="1"/>
                </a:moveTo>
                <a:lnTo>
                  <a:pt x="1" y="20979"/>
                </a:lnTo>
                <a:lnTo>
                  <a:pt x="55067" y="20979"/>
                </a:lnTo>
                <a:lnTo>
                  <a:pt x="55067" y="16074"/>
                </a:lnTo>
                <a:lnTo>
                  <a:pt x="58496" y="16074"/>
                </a:lnTo>
                <a:lnTo>
                  <a:pt x="58496" y="4906"/>
                </a:lnTo>
                <a:lnTo>
                  <a:pt x="55067" y="4906"/>
                </a:lnTo>
                <a:lnTo>
                  <a:pt x="550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8"/>
          <p:cNvSpPr/>
          <p:nvPr/>
        </p:nvSpPr>
        <p:spPr>
          <a:xfrm>
            <a:off x="1047567" y="2542874"/>
            <a:ext cx="1871872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7" y="20979"/>
                </a:lnTo>
                <a:lnTo>
                  <a:pt x="55067" y="16074"/>
                </a:lnTo>
                <a:lnTo>
                  <a:pt x="58496" y="16074"/>
                </a:lnTo>
                <a:lnTo>
                  <a:pt x="58496" y="4906"/>
                </a:lnTo>
                <a:lnTo>
                  <a:pt x="55067" y="4906"/>
                </a:lnTo>
                <a:lnTo>
                  <a:pt x="5506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8"/>
          <p:cNvSpPr/>
          <p:nvPr/>
        </p:nvSpPr>
        <p:spPr>
          <a:xfrm>
            <a:off x="-200" y="2699869"/>
            <a:ext cx="9144000" cy="357436"/>
          </a:xfrm>
          <a:custGeom>
            <a:avLst/>
            <a:gdLst/>
            <a:ahLst/>
            <a:cxnLst/>
            <a:rect l="l" t="t" r="r" b="b"/>
            <a:pathLst>
              <a:path w="285750" h="11169" extrusionOk="0">
                <a:moveTo>
                  <a:pt x="0" y="0"/>
                </a:moveTo>
                <a:lnTo>
                  <a:pt x="0" y="11168"/>
                </a:lnTo>
                <a:lnTo>
                  <a:pt x="285750" y="11168"/>
                </a:lnTo>
                <a:lnTo>
                  <a:pt x="285750" y="0"/>
                </a:lnTo>
                <a:close/>
              </a:path>
            </a:pathLst>
          </a:custGeom>
          <a:solidFill>
            <a:srgbClr val="1B1464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8"/>
          <p:cNvSpPr txBox="1"/>
          <p:nvPr/>
        </p:nvSpPr>
        <p:spPr>
          <a:xfrm flipH="1">
            <a:off x="4401750" y="3509871"/>
            <a:ext cx="2112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Back-End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5" name="Google Shape;755;p48"/>
          <p:cNvSpPr txBox="1"/>
          <p:nvPr/>
        </p:nvSpPr>
        <p:spPr>
          <a:xfrm flipH="1">
            <a:off x="2640292" y="1881880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Front-End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7" name="Google Shape;757;p48"/>
          <p:cNvSpPr txBox="1"/>
          <p:nvPr/>
        </p:nvSpPr>
        <p:spPr>
          <a:xfrm flipH="1">
            <a:off x="875775" y="3509871"/>
            <a:ext cx="2112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Ontwerpen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9" name="Google Shape;759;p48"/>
          <p:cNvSpPr txBox="1"/>
          <p:nvPr/>
        </p:nvSpPr>
        <p:spPr>
          <a:xfrm flipH="1">
            <a:off x="6158975" y="1599187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Puntjes op de i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1" name="Google Shape;761;p4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TIMELINE</a:t>
            </a:r>
            <a:endParaRPr/>
          </a:p>
        </p:txBody>
      </p:sp>
      <p:sp>
        <p:nvSpPr>
          <p:cNvPr id="762" name="Google Shape;762;p48"/>
          <p:cNvSpPr txBox="1"/>
          <p:nvPr/>
        </p:nvSpPr>
        <p:spPr>
          <a:xfrm flipH="1">
            <a:off x="1150429" y="2667751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Dag 1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3" name="Google Shape;763;p48"/>
          <p:cNvSpPr txBox="1"/>
          <p:nvPr/>
        </p:nvSpPr>
        <p:spPr>
          <a:xfrm flipH="1">
            <a:off x="2914942" y="2667751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Dag 2</a:t>
            </a:r>
            <a:endParaRPr sz="1600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4" name="Google Shape;764;p48"/>
          <p:cNvSpPr txBox="1"/>
          <p:nvPr/>
        </p:nvSpPr>
        <p:spPr>
          <a:xfrm flipH="1">
            <a:off x="4676411" y="2667751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Dag 3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5" name="Google Shape;765;p48"/>
          <p:cNvSpPr txBox="1"/>
          <p:nvPr/>
        </p:nvSpPr>
        <p:spPr>
          <a:xfrm flipH="1">
            <a:off x="6435275" y="2667751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Dag 4</a:t>
            </a:r>
            <a:endParaRPr sz="1600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cxnSp>
        <p:nvCxnSpPr>
          <p:cNvPr id="766" name="Google Shape;766;p48"/>
          <p:cNvCxnSpPr/>
          <p:nvPr/>
        </p:nvCxnSpPr>
        <p:spPr>
          <a:xfrm>
            <a:off x="3684900" y="23257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7" name="Google Shape;767;p48"/>
          <p:cNvCxnSpPr/>
          <p:nvPr/>
        </p:nvCxnSpPr>
        <p:spPr>
          <a:xfrm>
            <a:off x="7215125" y="23257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8" name="Google Shape;768;p48"/>
          <p:cNvCxnSpPr/>
          <p:nvPr/>
        </p:nvCxnSpPr>
        <p:spPr>
          <a:xfrm rot="10800000">
            <a:off x="1930733" y="31999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9" name="Google Shape;769;p48"/>
          <p:cNvCxnSpPr/>
          <p:nvPr/>
        </p:nvCxnSpPr>
        <p:spPr>
          <a:xfrm rot="10800000">
            <a:off x="5456708" y="31999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 txBox="1">
            <a:spLocks noGrp="1"/>
          </p:cNvSpPr>
          <p:nvPr>
            <p:ph type="title" idx="15"/>
          </p:nvPr>
        </p:nvSpPr>
        <p:spPr>
          <a:xfrm>
            <a:off x="1295621" y="575175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TIMELINE</a:t>
            </a:r>
            <a:endParaRPr dirty="0"/>
          </a:p>
        </p:txBody>
      </p:sp>
      <p:sp>
        <p:nvSpPr>
          <p:cNvPr id="661" name="Google Shape;661;p43"/>
          <p:cNvSpPr txBox="1">
            <a:spLocks noGrp="1"/>
          </p:cNvSpPr>
          <p:nvPr>
            <p:ph type="subTitle" idx="1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Prototype af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2" name="Google Shape;662;p43"/>
          <p:cNvSpPr txBox="1">
            <a:spLocks noGrp="1"/>
          </p:cNvSpPr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Dag 3</a:t>
            </a:r>
            <a:endParaRPr dirty="0"/>
          </a:p>
        </p:txBody>
      </p:sp>
      <p:sp>
        <p:nvSpPr>
          <p:cNvPr id="663" name="Google Shape;663;p43"/>
          <p:cNvSpPr txBox="1">
            <a:spLocks noGrp="1"/>
          </p:cNvSpPr>
          <p:nvPr>
            <p:ph type="subTitle" idx="2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Brainstormen en ontwerpen met Figma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4" name="Google Shape;664;p43"/>
          <p:cNvSpPr txBox="1">
            <a:spLocks noGrp="1"/>
          </p:cNvSpPr>
          <p:nvPr>
            <p:ph type="title" idx="3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Dag 1</a:t>
            </a:r>
            <a:endParaRPr dirty="0"/>
          </a:p>
        </p:txBody>
      </p:sp>
      <p:sp>
        <p:nvSpPr>
          <p:cNvPr id="665" name="Google Shape;665;p43"/>
          <p:cNvSpPr txBox="1">
            <a:spLocks noGrp="1"/>
          </p:cNvSpPr>
          <p:nvPr>
            <p:ph type="subTitle" idx="4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Begin gemaakt aan gekregen taken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6" name="Google Shape;666;p43"/>
          <p:cNvSpPr txBox="1">
            <a:spLocks noGrp="1"/>
          </p:cNvSpPr>
          <p:nvPr>
            <p:ph type="title" idx="5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Dag 2</a:t>
            </a:r>
            <a:endParaRPr dirty="0"/>
          </a:p>
        </p:txBody>
      </p:sp>
      <p:sp>
        <p:nvSpPr>
          <p:cNvPr id="669" name="Google Shape;669;p43"/>
          <p:cNvSpPr txBox="1">
            <a:spLocks noGrp="1"/>
          </p:cNvSpPr>
          <p:nvPr>
            <p:ph type="subTitle" idx="8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Puntjes op de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i zetten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0" name="Google Shape;670;p43"/>
          <p:cNvSpPr txBox="1">
            <a:spLocks noGrp="1"/>
          </p:cNvSpPr>
          <p:nvPr>
            <p:ph type="title" idx="9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Dag 4</a:t>
            </a:r>
            <a:endParaRPr dirty="0"/>
          </a:p>
        </p:txBody>
      </p:sp>
      <p:sp>
        <p:nvSpPr>
          <p:cNvPr id="671" name="Google Shape;671;p43"/>
          <p:cNvSpPr txBox="1">
            <a:spLocks noGrp="1"/>
          </p:cNvSpPr>
          <p:nvPr>
            <p:ph type="subTitle" idx="13"/>
          </p:nvPr>
        </p:nvSpPr>
        <p:spPr>
          <a:xfrm>
            <a:off x="6413077" y="3901121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Presentatie maken en oefenen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2" name="Google Shape;672;p43"/>
          <p:cNvSpPr txBox="1">
            <a:spLocks noGrp="1"/>
          </p:cNvSpPr>
          <p:nvPr>
            <p:ph type="title" idx="14"/>
          </p:nvPr>
        </p:nvSpPr>
        <p:spPr>
          <a:xfrm>
            <a:off x="6385824" y="3343690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Dag 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>
            <a:spLocks noGrp="1"/>
          </p:cNvSpPr>
          <p:nvPr>
            <p:ph type="body" idx="1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Lorem ipsum</a:t>
            </a:r>
            <a:endParaRPr dirty="0"/>
          </a:p>
        </p:txBody>
      </p:sp>
      <p:sp>
        <p:nvSpPr>
          <p:cNvPr id="381" name="Google Shape;381;p33"/>
          <p:cNvSpPr txBox="1">
            <a:spLocks noGrp="1"/>
          </p:cNvSpPr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latin typeface="Overpass Mono"/>
                <a:ea typeface="Overpass Mono"/>
                <a:cs typeface="Overpass Mono"/>
                <a:sym typeface="Overpass Mono"/>
              </a:rPr>
              <a:t>Assignment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"/>
          <p:cNvSpPr txBox="1"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 flipH="1">
            <a:off x="5265976" y="1739110"/>
            <a:ext cx="2760584" cy="24360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nl-NL" dirty="0">
                <a:hlinkClick r:id="rId3"/>
              </a:rPr>
              <a:t>Localhost</a:t>
            </a:r>
            <a:endParaRPr lang="nl-NL" dirty="0"/>
          </a:p>
        </p:txBody>
      </p:sp>
      <p:sp>
        <p:nvSpPr>
          <p:cNvPr id="532" name="Google Shape;532;p41"/>
          <p:cNvSpPr txBox="1">
            <a:spLocks noGrp="1"/>
          </p:cNvSpPr>
          <p:nvPr>
            <p:ph type="title"/>
          </p:nvPr>
        </p:nvSpPr>
        <p:spPr>
          <a:xfrm>
            <a:off x="3323533" y="955325"/>
            <a:ext cx="5005782" cy="608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533" name="Google Shape;533;p41"/>
          <p:cNvSpPr/>
          <p:nvPr/>
        </p:nvSpPr>
        <p:spPr>
          <a:xfrm>
            <a:off x="1573026" y="1331886"/>
            <a:ext cx="3177932" cy="2749922"/>
          </a:xfrm>
          <a:custGeom>
            <a:avLst/>
            <a:gdLst/>
            <a:ahLst/>
            <a:cxnLst/>
            <a:rect l="l" t="t" r="r" b="b"/>
            <a:pathLst>
              <a:path w="228546" h="197765" extrusionOk="0">
                <a:moveTo>
                  <a:pt x="1" y="0"/>
                </a:moveTo>
                <a:lnTo>
                  <a:pt x="1" y="197765"/>
                </a:lnTo>
                <a:lnTo>
                  <a:pt x="228546" y="197765"/>
                </a:lnTo>
                <a:lnTo>
                  <a:pt x="2285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1"/>
          <p:cNvSpPr/>
          <p:nvPr/>
        </p:nvSpPr>
        <p:spPr>
          <a:xfrm rot="10800000" flipH="1">
            <a:off x="1671200" y="2456425"/>
            <a:ext cx="2995500" cy="669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938210-AE15-C187-381E-1613993BF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634" y="1434519"/>
            <a:ext cx="2997576" cy="1686137"/>
          </a:xfrm>
          <a:prstGeom prst="rect">
            <a:avLst/>
          </a:prstGeom>
        </p:spPr>
      </p:pic>
      <p:sp>
        <p:nvSpPr>
          <p:cNvPr id="536" name="Google Shape;536;p41"/>
          <p:cNvSpPr/>
          <p:nvPr/>
        </p:nvSpPr>
        <p:spPr>
          <a:xfrm>
            <a:off x="1757476" y="2957144"/>
            <a:ext cx="2821895" cy="14795"/>
          </a:xfrm>
          <a:custGeom>
            <a:avLst/>
            <a:gdLst/>
            <a:ahLst/>
            <a:cxnLst/>
            <a:rect l="l" t="t" r="r" b="b"/>
            <a:pathLst>
              <a:path w="202941" h="1064" extrusionOk="0">
                <a:moveTo>
                  <a:pt x="0" y="1"/>
                </a:moveTo>
                <a:lnTo>
                  <a:pt x="0" y="1064"/>
                </a:lnTo>
                <a:lnTo>
                  <a:pt x="202941" y="1064"/>
                </a:lnTo>
                <a:lnTo>
                  <a:pt x="20294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1"/>
          <p:cNvSpPr/>
          <p:nvPr/>
        </p:nvSpPr>
        <p:spPr>
          <a:xfrm>
            <a:off x="1757476" y="2957144"/>
            <a:ext cx="1431840" cy="14795"/>
          </a:xfrm>
          <a:custGeom>
            <a:avLst/>
            <a:gdLst/>
            <a:ahLst/>
            <a:cxnLst/>
            <a:rect l="l" t="t" r="r" b="b"/>
            <a:pathLst>
              <a:path w="102973" h="1064" extrusionOk="0">
                <a:moveTo>
                  <a:pt x="0" y="1"/>
                </a:moveTo>
                <a:lnTo>
                  <a:pt x="0" y="1064"/>
                </a:lnTo>
                <a:lnTo>
                  <a:pt x="102973" y="1064"/>
                </a:lnTo>
                <a:lnTo>
                  <a:pt x="10297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1"/>
          <p:cNvSpPr/>
          <p:nvPr/>
        </p:nvSpPr>
        <p:spPr>
          <a:xfrm>
            <a:off x="1810176" y="3025279"/>
            <a:ext cx="47569" cy="47569"/>
          </a:xfrm>
          <a:custGeom>
            <a:avLst/>
            <a:gdLst/>
            <a:ahLst/>
            <a:cxnLst/>
            <a:rect l="l" t="t" r="r" b="b"/>
            <a:pathLst>
              <a:path w="3421" h="3421" extrusionOk="0">
                <a:moveTo>
                  <a:pt x="0" y="0"/>
                </a:moveTo>
                <a:lnTo>
                  <a:pt x="0" y="3420"/>
                </a:lnTo>
                <a:lnTo>
                  <a:pt x="3420" y="171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1918134" y="3031703"/>
            <a:ext cx="34721" cy="34707"/>
          </a:xfrm>
          <a:custGeom>
            <a:avLst/>
            <a:gdLst/>
            <a:ahLst/>
            <a:cxnLst/>
            <a:rect l="l" t="t" r="r" b="b"/>
            <a:pathLst>
              <a:path w="2497" h="2496" extrusionOk="0">
                <a:moveTo>
                  <a:pt x="1" y="0"/>
                </a:moveTo>
                <a:lnTo>
                  <a:pt x="1" y="2496"/>
                </a:lnTo>
                <a:lnTo>
                  <a:pt x="2496" y="1248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1954760" y="3031703"/>
            <a:ext cx="4519" cy="34707"/>
          </a:xfrm>
          <a:custGeom>
            <a:avLst/>
            <a:gdLst/>
            <a:ahLst/>
            <a:cxnLst/>
            <a:rect l="l" t="t" r="r" b="b"/>
            <a:pathLst>
              <a:path w="325" h="2496" extrusionOk="0">
                <a:moveTo>
                  <a:pt x="1" y="0"/>
                </a:moveTo>
                <a:lnTo>
                  <a:pt x="1" y="2496"/>
                </a:lnTo>
                <a:lnTo>
                  <a:pt x="324" y="2496"/>
                </a:lnTo>
                <a:lnTo>
                  <a:pt x="32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1"/>
          <p:cNvSpPr/>
          <p:nvPr/>
        </p:nvSpPr>
        <p:spPr>
          <a:xfrm>
            <a:off x="2019668" y="3022706"/>
            <a:ext cx="36014" cy="53353"/>
          </a:xfrm>
          <a:custGeom>
            <a:avLst/>
            <a:gdLst/>
            <a:ahLst/>
            <a:cxnLst/>
            <a:rect l="l" t="t" r="r" b="b"/>
            <a:pathLst>
              <a:path w="2590" h="3837" extrusionOk="0">
                <a:moveTo>
                  <a:pt x="2589" y="0"/>
                </a:moveTo>
                <a:lnTo>
                  <a:pt x="1" y="1895"/>
                </a:lnTo>
                <a:lnTo>
                  <a:pt x="2589" y="3836"/>
                </a:lnTo>
                <a:lnTo>
                  <a:pt x="258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1"/>
          <p:cNvSpPr/>
          <p:nvPr/>
        </p:nvSpPr>
        <p:spPr>
          <a:xfrm>
            <a:off x="2019668" y="3036194"/>
            <a:ext cx="18021" cy="26364"/>
          </a:xfrm>
          <a:custGeom>
            <a:avLst/>
            <a:gdLst/>
            <a:ahLst/>
            <a:cxnLst/>
            <a:rect l="l" t="t" r="r" b="b"/>
            <a:pathLst>
              <a:path w="1296" h="1896" extrusionOk="0">
                <a:moveTo>
                  <a:pt x="1" y="1"/>
                </a:moveTo>
                <a:lnTo>
                  <a:pt x="1" y="1896"/>
                </a:lnTo>
                <a:lnTo>
                  <a:pt x="1295" y="1896"/>
                </a:lnTo>
                <a:lnTo>
                  <a:pt x="129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1"/>
          <p:cNvSpPr/>
          <p:nvPr/>
        </p:nvSpPr>
        <p:spPr>
          <a:xfrm>
            <a:off x="2061453" y="3023985"/>
            <a:ext cx="20579" cy="50781"/>
          </a:xfrm>
          <a:custGeom>
            <a:avLst/>
            <a:gdLst/>
            <a:ahLst/>
            <a:cxnLst/>
            <a:rect l="l" t="t" r="r" b="b"/>
            <a:pathLst>
              <a:path w="1480" h="3652" extrusionOk="0">
                <a:moveTo>
                  <a:pt x="0" y="1"/>
                </a:moveTo>
                <a:lnTo>
                  <a:pt x="0" y="370"/>
                </a:lnTo>
                <a:cubicBezTo>
                  <a:pt x="601" y="555"/>
                  <a:pt x="1063" y="1110"/>
                  <a:pt x="1063" y="1803"/>
                </a:cubicBezTo>
                <a:cubicBezTo>
                  <a:pt x="1063" y="2496"/>
                  <a:pt x="601" y="3051"/>
                  <a:pt x="0" y="3236"/>
                </a:cubicBezTo>
                <a:lnTo>
                  <a:pt x="0" y="3652"/>
                </a:lnTo>
                <a:cubicBezTo>
                  <a:pt x="832" y="3467"/>
                  <a:pt x="1479" y="2681"/>
                  <a:pt x="1479" y="1803"/>
                </a:cubicBezTo>
                <a:cubicBezTo>
                  <a:pt x="1479" y="925"/>
                  <a:pt x="832" y="139"/>
                  <a:pt x="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1"/>
          <p:cNvSpPr/>
          <p:nvPr/>
        </p:nvSpPr>
        <p:spPr>
          <a:xfrm>
            <a:off x="2061453" y="3036194"/>
            <a:ext cx="10290" cy="25724"/>
          </a:xfrm>
          <a:custGeom>
            <a:avLst/>
            <a:gdLst/>
            <a:ahLst/>
            <a:cxnLst/>
            <a:rect l="l" t="t" r="r" b="b"/>
            <a:pathLst>
              <a:path w="740" h="1850" extrusionOk="0">
                <a:moveTo>
                  <a:pt x="0" y="1"/>
                </a:moveTo>
                <a:lnTo>
                  <a:pt x="0" y="1849"/>
                </a:lnTo>
                <a:cubicBezTo>
                  <a:pt x="416" y="1757"/>
                  <a:pt x="740" y="1387"/>
                  <a:pt x="740" y="925"/>
                </a:cubicBezTo>
                <a:cubicBezTo>
                  <a:pt x="740" y="463"/>
                  <a:pt x="416" y="93"/>
                  <a:pt x="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2094227" y="3043272"/>
            <a:ext cx="149103" cy="11583"/>
          </a:xfrm>
          <a:custGeom>
            <a:avLst/>
            <a:gdLst/>
            <a:ahLst/>
            <a:cxnLst/>
            <a:rect l="l" t="t" r="r" b="b"/>
            <a:pathLst>
              <a:path w="10723" h="833" extrusionOk="0">
                <a:moveTo>
                  <a:pt x="0" y="0"/>
                </a:moveTo>
                <a:lnTo>
                  <a:pt x="0" y="832"/>
                </a:lnTo>
                <a:lnTo>
                  <a:pt x="10723" y="832"/>
                </a:lnTo>
                <a:lnTo>
                  <a:pt x="1072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1"/>
          <p:cNvSpPr/>
          <p:nvPr/>
        </p:nvSpPr>
        <p:spPr>
          <a:xfrm>
            <a:off x="2226603" y="3032342"/>
            <a:ext cx="33442" cy="33428"/>
          </a:xfrm>
          <a:custGeom>
            <a:avLst/>
            <a:gdLst/>
            <a:ahLst/>
            <a:cxnLst/>
            <a:rect l="l" t="t" r="r" b="b"/>
            <a:pathLst>
              <a:path w="2405" h="2404" extrusionOk="0">
                <a:moveTo>
                  <a:pt x="1203" y="0"/>
                </a:moveTo>
                <a:cubicBezTo>
                  <a:pt x="556" y="0"/>
                  <a:pt x="1" y="555"/>
                  <a:pt x="1" y="1202"/>
                </a:cubicBezTo>
                <a:cubicBezTo>
                  <a:pt x="1" y="1849"/>
                  <a:pt x="556" y="2404"/>
                  <a:pt x="1203" y="2404"/>
                </a:cubicBezTo>
                <a:cubicBezTo>
                  <a:pt x="1896" y="2404"/>
                  <a:pt x="2404" y="1849"/>
                  <a:pt x="2404" y="1202"/>
                </a:cubicBezTo>
                <a:cubicBezTo>
                  <a:pt x="2404" y="555"/>
                  <a:pt x="1896" y="0"/>
                  <a:pt x="12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1"/>
          <p:cNvSpPr/>
          <p:nvPr/>
        </p:nvSpPr>
        <p:spPr>
          <a:xfrm>
            <a:off x="3894285" y="3023346"/>
            <a:ext cx="67495" cy="52060"/>
          </a:xfrm>
          <a:custGeom>
            <a:avLst/>
            <a:gdLst/>
            <a:ahLst/>
            <a:cxnLst/>
            <a:rect l="l" t="t" r="r" b="b"/>
            <a:pathLst>
              <a:path w="4854" h="3744" extrusionOk="0">
                <a:moveTo>
                  <a:pt x="1249" y="1664"/>
                </a:moveTo>
                <a:lnTo>
                  <a:pt x="1249" y="2080"/>
                </a:lnTo>
                <a:lnTo>
                  <a:pt x="463" y="2080"/>
                </a:lnTo>
                <a:lnTo>
                  <a:pt x="463" y="1664"/>
                </a:lnTo>
                <a:close/>
                <a:moveTo>
                  <a:pt x="4253" y="1664"/>
                </a:moveTo>
                <a:lnTo>
                  <a:pt x="4253" y="2080"/>
                </a:lnTo>
                <a:lnTo>
                  <a:pt x="1757" y="2080"/>
                </a:lnTo>
                <a:lnTo>
                  <a:pt x="1757" y="1664"/>
                </a:lnTo>
                <a:close/>
                <a:moveTo>
                  <a:pt x="3005" y="2542"/>
                </a:moveTo>
                <a:lnTo>
                  <a:pt x="3005" y="2958"/>
                </a:lnTo>
                <a:lnTo>
                  <a:pt x="509" y="2958"/>
                </a:lnTo>
                <a:lnTo>
                  <a:pt x="509" y="2542"/>
                </a:lnTo>
                <a:close/>
                <a:moveTo>
                  <a:pt x="4299" y="2542"/>
                </a:moveTo>
                <a:lnTo>
                  <a:pt x="4299" y="2958"/>
                </a:lnTo>
                <a:lnTo>
                  <a:pt x="3513" y="2958"/>
                </a:lnTo>
                <a:lnTo>
                  <a:pt x="3513" y="2542"/>
                </a:lnTo>
                <a:close/>
                <a:moveTo>
                  <a:pt x="509" y="0"/>
                </a:moveTo>
                <a:cubicBezTo>
                  <a:pt x="232" y="0"/>
                  <a:pt x="1" y="231"/>
                  <a:pt x="1" y="509"/>
                </a:cubicBezTo>
                <a:lnTo>
                  <a:pt x="1" y="3236"/>
                </a:lnTo>
                <a:cubicBezTo>
                  <a:pt x="1" y="3513"/>
                  <a:pt x="232" y="3744"/>
                  <a:pt x="509" y="3744"/>
                </a:cubicBezTo>
                <a:lnTo>
                  <a:pt x="4345" y="3744"/>
                </a:lnTo>
                <a:cubicBezTo>
                  <a:pt x="4623" y="3744"/>
                  <a:pt x="4854" y="3513"/>
                  <a:pt x="4854" y="3236"/>
                </a:cubicBezTo>
                <a:lnTo>
                  <a:pt x="4854" y="509"/>
                </a:lnTo>
                <a:cubicBezTo>
                  <a:pt x="4854" y="185"/>
                  <a:pt x="4623" y="0"/>
                  <a:pt x="43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1"/>
          <p:cNvSpPr/>
          <p:nvPr/>
        </p:nvSpPr>
        <p:spPr>
          <a:xfrm>
            <a:off x="4231690" y="3025918"/>
            <a:ext cx="73265" cy="46276"/>
          </a:xfrm>
          <a:custGeom>
            <a:avLst/>
            <a:gdLst/>
            <a:ahLst/>
            <a:cxnLst/>
            <a:rect l="l" t="t" r="r" b="b"/>
            <a:pathLst>
              <a:path w="5269" h="3328" extrusionOk="0">
                <a:moveTo>
                  <a:pt x="4807" y="462"/>
                </a:moveTo>
                <a:lnTo>
                  <a:pt x="4807" y="2866"/>
                </a:lnTo>
                <a:lnTo>
                  <a:pt x="462" y="2866"/>
                </a:lnTo>
                <a:lnTo>
                  <a:pt x="462" y="462"/>
                </a:lnTo>
                <a:close/>
                <a:moveTo>
                  <a:pt x="231" y="0"/>
                </a:moveTo>
                <a:cubicBezTo>
                  <a:pt x="92" y="0"/>
                  <a:pt x="0" y="93"/>
                  <a:pt x="0" y="231"/>
                </a:cubicBezTo>
                <a:lnTo>
                  <a:pt x="0" y="3097"/>
                </a:lnTo>
                <a:cubicBezTo>
                  <a:pt x="0" y="3235"/>
                  <a:pt x="92" y="3328"/>
                  <a:pt x="231" y="3328"/>
                </a:cubicBezTo>
                <a:lnTo>
                  <a:pt x="5038" y="3328"/>
                </a:lnTo>
                <a:cubicBezTo>
                  <a:pt x="5176" y="3328"/>
                  <a:pt x="5269" y="3235"/>
                  <a:pt x="5269" y="3097"/>
                </a:cubicBezTo>
                <a:lnTo>
                  <a:pt x="5269" y="231"/>
                </a:lnTo>
                <a:cubicBezTo>
                  <a:pt x="5269" y="93"/>
                  <a:pt x="5176" y="0"/>
                  <a:pt x="503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1"/>
          <p:cNvSpPr/>
          <p:nvPr/>
        </p:nvSpPr>
        <p:spPr>
          <a:xfrm>
            <a:off x="4008042" y="3023985"/>
            <a:ext cx="48209" cy="50141"/>
          </a:xfrm>
          <a:custGeom>
            <a:avLst/>
            <a:gdLst/>
            <a:ahLst/>
            <a:cxnLst/>
            <a:rect l="l" t="t" r="r" b="b"/>
            <a:pathLst>
              <a:path w="3467" h="3606" extrusionOk="0">
                <a:moveTo>
                  <a:pt x="1757" y="1110"/>
                </a:moveTo>
                <a:cubicBezTo>
                  <a:pt x="2126" y="1110"/>
                  <a:pt x="2404" y="1433"/>
                  <a:pt x="2404" y="1803"/>
                </a:cubicBezTo>
                <a:cubicBezTo>
                  <a:pt x="2404" y="2173"/>
                  <a:pt x="2126" y="2496"/>
                  <a:pt x="1757" y="2496"/>
                </a:cubicBezTo>
                <a:cubicBezTo>
                  <a:pt x="1341" y="2496"/>
                  <a:pt x="1063" y="2173"/>
                  <a:pt x="1063" y="1803"/>
                </a:cubicBezTo>
                <a:cubicBezTo>
                  <a:pt x="1063" y="1433"/>
                  <a:pt x="1341" y="1110"/>
                  <a:pt x="1757" y="1110"/>
                </a:cubicBezTo>
                <a:close/>
                <a:moveTo>
                  <a:pt x="1248" y="1"/>
                </a:moveTo>
                <a:lnTo>
                  <a:pt x="1202" y="740"/>
                </a:lnTo>
                <a:lnTo>
                  <a:pt x="555" y="370"/>
                </a:lnTo>
                <a:lnTo>
                  <a:pt x="0" y="1156"/>
                </a:lnTo>
                <a:lnTo>
                  <a:pt x="740" y="1803"/>
                </a:lnTo>
                <a:lnTo>
                  <a:pt x="0" y="2450"/>
                </a:lnTo>
                <a:lnTo>
                  <a:pt x="555" y="3236"/>
                </a:lnTo>
                <a:lnTo>
                  <a:pt x="1202" y="2866"/>
                </a:lnTo>
                <a:lnTo>
                  <a:pt x="1248" y="3606"/>
                </a:lnTo>
                <a:lnTo>
                  <a:pt x="2219" y="3606"/>
                </a:lnTo>
                <a:lnTo>
                  <a:pt x="2311" y="2866"/>
                </a:lnTo>
                <a:lnTo>
                  <a:pt x="2912" y="3236"/>
                </a:lnTo>
                <a:lnTo>
                  <a:pt x="3467" y="2450"/>
                </a:lnTo>
                <a:lnTo>
                  <a:pt x="2727" y="1803"/>
                </a:lnTo>
                <a:lnTo>
                  <a:pt x="3467" y="1156"/>
                </a:lnTo>
                <a:lnTo>
                  <a:pt x="2912" y="370"/>
                </a:lnTo>
                <a:lnTo>
                  <a:pt x="2311" y="740"/>
                </a:lnTo>
                <a:lnTo>
                  <a:pt x="22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1"/>
          <p:cNvSpPr/>
          <p:nvPr/>
        </p:nvSpPr>
        <p:spPr>
          <a:xfrm>
            <a:off x="4035671" y="3023985"/>
            <a:ext cx="30869" cy="22512"/>
          </a:xfrm>
          <a:custGeom>
            <a:avLst/>
            <a:gdLst/>
            <a:ahLst/>
            <a:cxnLst/>
            <a:rect l="l" t="t" r="r" b="b"/>
            <a:pathLst>
              <a:path w="2220" h="1619" extrusionOk="0">
                <a:moveTo>
                  <a:pt x="1" y="1"/>
                </a:moveTo>
                <a:lnTo>
                  <a:pt x="1" y="1618"/>
                </a:lnTo>
                <a:lnTo>
                  <a:pt x="2219" y="1618"/>
                </a:lnTo>
                <a:lnTo>
                  <a:pt x="22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1"/>
          <p:cNvSpPr/>
          <p:nvPr/>
        </p:nvSpPr>
        <p:spPr>
          <a:xfrm>
            <a:off x="4042095" y="3029770"/>
            <a:ext cx="9010" cy="12222"/>
          </a:xfrm>
          <a:custGeom>
            <a:avLst/>
            <a:gdLst/>
            <a:ahLst/>
            <a:cxnLst/>
            <a:rect l="l" t="t" r="r" b="b"/>
            <a:pathLst>
              <a:path w="648" h="879" extrusionOk="0">
                <a:moveTo>
                  <a:pt x="1" y="1"/>
                </a:moveTo>
                <a:lnTo>
                  <a:pt x="1" y="879"/>
                </a:lnTo>
                <a:lnTo>
                  <a:pt x="93" y="879"/>
                </a:lnTo>
                <a:lnTo>
                  <a:pt x="93" y="463"/>
                </a:lnTo>
                <a:lnTo>
                  <a:pt x="509" y="463"/>
                </a:lnTo>
                <a:lnTo>
                  <a:pt x="509" y="879"/>
                </a:lnTo>
                <a:lnTo>
                  <a:pt x="648" y="879"/>
                </a:lnTo>
                <a:lnTo>
                  <a:pt x="648" y="1"/>
                </a:lnTo>
                <a:lnTo>
                  <a:pt x="509" y="1"/>
                </a:lnTo>
                <a:lnTo>
                  <a:pt x="509" y="370"/>
                </a:lnTo>
                <a:lnTo>
                  <a:pt x="93" y="370"/>
                </a:lnTo>
                <a:lnTo>
                  <a:pt x="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1"/>
          <p:cNvSpPr/>
          <p:nvPr/>
        </p:nvSpPr>
        <p:spPr>
          <a:xfrm>
            <a:off x="4053664" y="3029770"/>
            <a:ext cx="10304" cy="12222"/>
          </a:xfrm>
          <a:custGeom>
            <a:avLst/>
            <a:gdLst/>
            <a:ahLst/>
            <a:cxnLst/>
            <a:rect l="l" t="t" r="r" b="b"/>
            <a:pathLst>
              <a:path w="741" h="879" extrusionOk="0">
                <a:moveTo>
                  <a:pt x="278" y="47"/>
                </a:moveTo>
                <a:cubicBezTo>
                  <a:pt x="509" y="47"/>
                  <a:pt x="602" y="185"/>
                  <a:pt x="602" y="417"/>
                </a:cubicBezTo>
                <a:cubicBezTo>
                  <a:pt x="602" y="648"/>
                  <a:pt x="463" y="786"/>
                  <a:pt x="232" y="786"/>
                </a:cubicBezTo>
                <a:lnTo>
                  <a:pt x="139" y="786"/>
                </a:lnTo>
                <a:lnTo>
                  <a:pt x="139" y="93"/>
                </a:lnTo>
                <a:cubicBezTo>
                  <a:pt x="139" y="93"/>
                  <a:pt x="186" y="47"/>
                  <a:pt x="278" y="47"/>
                </a:cubicBezTo>
                <a:close/>
                <a:moveTo>
                  <a:pt x="1" y="1"/>
                </a:moveTo>
                <a:lnTo>
                  <a:pt x="1" y="879"/>
                </a:lnTo>
                <a:lnTo>
                  <a:pt x="232" y="879"/>
                </a:lnTo>
                <a:cubicBezTo>
                  <a:pt x="371" y="879"/>
                  <a:pt x="509" y="832"/>
                  <a:pt x="602" y="740"/>
                </a:cubicBezTo>
                <a:cubicBezTo>
                  <a:pt x="694" y="648"/>
                  <a:pt x="740" y="555"/>
                  <a:pt x="740" y="417"/>
                </a:cubicBezTo>
                <a:cubicBezTo>
                  <a:pt x="740" y="278"/>
                  <a:pt x="694" y="139"/>
                  <a:pt x="602" y="93"/>
                </a:cubicBezTo>
                <a:cubicBezTo>
                  <a:pt x="555" y="1"/>
                  <a:pt x="417" y="1"/>
                  <a:pt x="2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1"/>
          <p:cNvSpPr/>
          <p:nvPr/>
        </p:nvSpPr>
        <p:spPr>
          <a:xfrm>
            <a:off x="4113442" y="3020773"/>
            <a:ext cx="71347" cy="56566"/>
          </a:xfrm>
          <a:custGeom>
            <a:avLst/>
            <a:gdLst/>
            <a:ahLst/>
            <a:cxnLst/>
            <a:rect l="l" t="t" r="r" b="b"/>
            <a:pathLst>
              <a:path w="5131" h="4068" extrusionOk="0">
                <a:moveTo>
                  <a:pt x="4483" y="324"/>
                </a:moveTo>
                <a:cubicBezTo>
                  <a:pt x="4668" y="324"/>
                  <a:pt x="4807" y="463"/>
                  <a:pt x="4807" y="694"/>
                </a:cubicBezTo>
                <a:lnTo>
                  <a:pt x="4807" y="3421"/>
                </a:lnTo>
                <a:cubicBezTo>
                  <a:pt x="4807" y="3605"/>
                  <a:pt x="4668" y="3744"/>
                  <a:pt x="4483" y="3744"/>
                </a:cubicBezTo>
                <a:lnTo>
                  <a:pt x="647" y="3744"/>
                </a:lnTo>
                <a:cubicBezTo>
                  <a:pt x="462" y="3744"/>
                  <a:pt x="324" y="3605"/>
                  <a:pt x="324" y="3421"/>
                </a:cubicBezTo>
                <a:lnTo>
                  <a:pt x="324" y="694"/>
                </a:lnTo>
                <a:cubicBezTo>
                  <a:pt x="324" y="463"/>
                  <a:pt x="462" y="324"/>
                  <a:pt x="647" y="324"/>
                </a:cubicBezTo>
                <a:close/>
                <a:moveTo>
                  <a:pt x="647" y="1"/>
                </a:moveTo>
                <a:cubicBezTo>
                  <a:pt x="277" y="1"/>
                  <a:pt x="0" y="324"/>
                  <a:pt x="0" y="694"/>
                </a:cubicBezTo>
                <a:lnTo>
                  <a:pt x="0" y="3421"/>
                </a:lnTo>
                <a:cubicBezTo>
                  <a:pt x="0" y="3744"/>
                  <a:pt x="277" y="4068"/>
                  <a:pt x="647" y="4068"/>
                </a:cubicBezTo>
                <a:lnTo>
                  <a:pt x="4483" y="4068"/>
                </a:lnTo>
                <a:cubicBezTo>
                  <a:pt x="4853" y="4068"/>
                  <a:pt x="5130" y="3744"/>
                  <a:pt x="5130" y="3421"/>
                </a:cubicBezTo>
                <a:lnTo>
                  <a:pt x="5130" y="694"/>
                </a:lnTo>
                <a:cubicBezTo>
                  <a:pt x="5130" y="324"/>
                  <a:pt x="4853" y="1"/>
                  <a:pt x="448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1"/>
          <p:cNvSpPr/>
          <p:nvPr/>
        </p:nvSpPr>
        <p:spPr>
          <a:xfrm>
            <a:off x="4152000" y="3049056"/>
            <a:ext cx="22498" cy="17353"/>
          </a:xfrm>
          <a:custGeom>
            <a:avLst/>
            <a:gdLst/>
            <a:ahLst/>
            <a:cxnLst/>
            <a:rect l="l" t="t" r="r" b="b"/>
            <a:pathLst>
              <a:path w="1618" h="1248" extrusionOk="0">
                <a:moveTo>
                  <a:pt x="185" y="0"/>
                </a:moveTo>
                <a:cubicBezTo>
                  <a:pt x="93" y="0"/>
                  <a:pt x="0" y="93"/>
                  <a:pt x="0" y="185"/>
                </a:cubicBezTo>
                <a:lnTo>
                  <a:pt x="0" y="1109"/>
                </a:lnTo>
                <a:cubicBezTo>
                  <a:pt x="0" y="1202"/>
                  <a:pt x="93" y="1248"/>
                  <a:pt x="185" y="1248"/>
                </a:cubicBezTo>
                <a:lnTo>
                  <a:pt x="1433" y="1248"/>
                </a:lnTo>
                <a:cubicBezTo>
                  <a:pt x="1525" y="1248"/>
                  <a:pt x="1618" y="1202"/>
                  <a:pt x="1618" y="1109"/>
                </a:cubicBezTo>
                <a:lnTo>
                  <a:pt x="1618" y="185"/>
                </a:lnTo>
                <a:cubicBezTo>
                  <a:pt x="1618" y="93"/>
                  <a:pt x="1525" y="0"/>
                  <a:pt x="14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1"/>
          <p:cNvSpPr/>
          <p:nvPr/>
        </p:nvSpPr>
        <p:spPr>
          <a:xfrm>
            <a:off x="4351857" y="3020773"/>
            <a:ext cx="72000" cy="56566"/>
          </a:xfrm>
          <a:custGeom>
            <a:avLst/>
            <a:gdLst/>
            <a:ahLst/>
            <a:cxnLst/>
            <a:rect l="l" t="t" r="r" b="b"/>
            <a:pathLst>
              <a:path w="5178" h="4068" extrusionOk="0">
                <a:moveTo>
                  <a:pt x="694" y="1"/>
                </a:moveTo>
                <a:cubicBezTo>
                  <a:pt x="324" y="1"/>
                  <a:pt x="1" y="324"/>
                  <a:pt x="1" y="694"/>
                </a:cubicBezTo>
                <a:lnTo>
                  <a:pt x="324" y="694"/>
                </a:lnTo>
                <a:cubicBezTo>
                  <a:pt x="324" y="463"/>
                  <a:pt x="463" y="324"/>
                  <a:pt x="694" y="324"/>
                </a:cubicBezTo>
                <a:lnTo>
                  <a:pt x="4484" y="324"/>
                </a:lnTo>
                <a:cubicBezTo>
                  <a:pt x="4669" y="324"/>
                  <a:pt x="4854" y="463"/>
                  <a:pt x="4854" y="694"/>
                </a:cubicBezTo>
                <a:lnTo>
                  <a:pt x="4854" y="3421"/>
                </a:lnTo>
                <a:cubicBezTo>
                  <a:pt x="4854" y="3605"/>
                  <a:pt x="4669" y="3744"/>
                  <a:pt x="4484" y="3744"/>
                </a:cubicBezTo>
                <a:lnTo>
                  <a:pt x="3559" y="3744"/>
                </a:lnTo>
                <a:lnTo>
                  <a:pt x="3559" y="4068"/>
                </a:lnTo>
                <a:lnTo>
                  <a:pt x="4484" y="4068"/>
                </a:lnTo>
                <a:cubicBezTo>
                  <a:pt x="4854" y="4068"/>
                  <a:pt x="5177" y="3744"/>
                  <a:pt x="5177" y="3421"/>
                </a:cubicBezTo>
                <a:lnTo>
                  <a:pt x="5177" y="694"/>
                </a:lnTo>
                <a:cubicBezTo>
                  <a:pt x="5177" y="324"/>
                  <a:pt x="4854" y="1"/>
                  <a:pt x="44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1"/>
          <p:cNvSpPr/>
          <p:nvPr/>
        </p:nvSpPr>
        <p:spPr>
          <a:xfrm>
            <a:off x="4351857" y="3034915"/>
            <a:ext cx="41785" cy="41785"/>
          </a:xfrm>
          <a:custGeom>
            <a:avLst/>
            <a:gdLst/>
            <a:ahLst/>
            <a:cxnLst/>
            <a:rect l="l" t="t" r="r" b="b"/>
            <a:pathLst>
              <a:path w="3005" h="3005" extrusionOk="0">
                <a:moveTo>
                  <a:pt x="1" y="0"/>
                </a:moveTo>
                <a:lnTo>
                  <a:pt x="1" y="416"/>
                </a:lnTo>
                <a:cubicBezTo>
                  <a:pt x="1387" y="416"/>
                  <a:pt x="2543" y="1572"/>
                  <a:pt x="2543" y="3004"/>
                </a:cubicBezTo>
                <a:lnTo>
                  <a:pt x="3005" y="3004"/>
                </a:lnTo>
                <a:cubicBezTo>
                  <a:pt x="3005" y="1341"/>
                  <a:pt x="1665" y="0"/>
                  <a:pt x="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1"/>
          <p:cNvSpPr/>
          <p:nvPr/>
        </p:nvSpPr>
        <p:spPr>
          <a:xfrm>
            <a:off x="4351857" y="3049056"/>
            <a:ext cx="27657" cy="27643"/>
          </a:xfrm>
          <a:custGeom>
            <a:avLst/>
            <a:gdLst/>
            <a:ahLst/>
            <a:cxnLst/>
            <a:rect l="l" t="t" r="r" b="b"/>
            <a:pathLst>
              <a:path w="1989" h="1988" extrusionOk="0">
                <a:moveTo>
                  <a:pt x="1" y="0"/>
                </a:moveTo>
                <a:lnTo>
                  <a:pt x="1" y="416"/>
                </a:lnTo>
                <a:cubicBezTo>
                  <a:pt x="833" y="416"/>
                  <a:pt x="1526" y="1109"/>
                  <a:pt x="1526" y="1987"/>
                </a:cubicBezTo>
                <a:lnTo>
                  <a:pt x="1988" y="1987"/>
                </a:lnTo>
                <a:cubicBezTo>
                  <a:pt x="1988" y="878"/>
                  <a:pt x="1110" y="0"/>
                  <a:pt x="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1"/>
          <p:cNvSpPr/>
          <p:nvPr/>
        </p:nvSpPr>
        <p:spPr>
          <a:xfrm>
            <a:off x="4351857" y="3064477"/>
            <a:ext cx="11583" cy="12222"/>
          </a:xfrm>
          <a:custGeom>
            <a:avLst/>
            <a:gdLst/>
            <a:ahLst/>
            <a:cxnLst/>
            <a:rect l="l" t="t" r="r" b="b"/>
            <a:pathLst>
              <a:path w="833" h="879" extrusionOk="0">
                <a:moveTo>
                  <a:pt x="1" y="0"/>
                </a:moveTo>
                <a:lnTo>
                  <a:pt x="1" y="878"/>
                </a:lnTo>
                <a:lnTo>
                  <a:pt x="833" y="878"/>
                </a:lnTo>
                <a:cubicBezTo>
                  <a:pt x="833" y="416"/>
                  <a:pt x="463" y="0"/>
                  <a:pt x="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1"/>
          <p:cNvSpPr/>
          <p:nvPr/>
        </p:nvSpPr>
        <p:spPr>
          <a:xfrm>
            <a:off x="4470105" y="3020134"/>
            <a:ext cx="25724" cy="25710"/>
          </a:xfrm>
          <a:custGeom>
            <a:avLst/>
            <a:gdLst/>
            <a:ahLst/>
            <a:cxnLst/>
            <a:rect l="l" t="t" r="r" b="b"/>
            <a:pathLst>
              <a:path w="1850" h="1849" extrusionOk="0">
                <a:moveTo>
                  <a:pt x="232" y="0"/>
                </a:moveTo>
                <a:cubicBezTo>
                  <a:pt x="93" y="0"/>
                  <a:pt x="1" y="93"/>
                  <a:pt x="1" y="231"/>
                </a:cubicBezTo>
                <a:lnTo>
                  <a:pt x="1" y="1572"/>
                </a:lnTo>
                <a:cubicBezTo>
                  <a:pt x="1" y="1710"/>
                  <a:pt x="93" y="1849"/>
                  <a:pt x="232" y="1849"/>
                </a:cubicBezTo>
                <a:cubicBezTo>
                  <a:pt x="370" y="1849"/>
                  <a:pt x="463" y="1710"/>
                  <a:pt x="463" y="1572"/>
                </a:cubicBezTo>
                <a:lnTo>
                  <a:pt x="463" y="462"/>
                </a:lnTo>
                <a:lnTo>
                  <a:pt x="1618" y="462"/>
                </a:lnTo>
                <a:cubicBezTo>
                  <a:pt x="1757" y="462"/>
                  <a:pt x="1849" y="324"/>
                  <a:pt x="1849" y="231"/>
                </a:cubicBezTo>
                <a:cubicBezTo>
                  <a:pt x="1849" y="93"/>
                  <a:pt x="1757" y="0"/>
                  <a:pt x="16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1"/>
          <p:cNvSpPr/>
          <p:nvPr/>
        </p:nvSpPr>
        <p:spPr>
          <a:xfrm>
            <a:off x="4500960" y="3020134"/>
            <a:ext cx="25710" cy="25710"/>
          </a:xfrm>
          <a:custGeom>
            <a:avLst/>
            <a:gdLst/>
            <a:ahLst/>
            <a:cxnLst/>
            <a:rect l="l" t="t" r="r" b="b"/>
            <a:pathLst>
              <a:path w="1849" h="1849" extrusionOk="0">
                <a:moveTo>
                  <a:pt x="231" y="0"/>
                </a:moveTo>
                <a:cubicBezTo>
                  <a:pt x="93" y="0"/>
                  <a:pt x="0" y="93"/>
                  <a:pt x="0" y="231"/>
                </a:cubicBezTo>
                <a:cubicBezTo>
                  <a:pt x="0" y="324"/>
                  <a:pt x="93" y="462"/>
                  <a:pt x="231" y="462"/>
                </a:cubicBezTo>
                <a:lnTo>
                  <a:pt x="1387" y="462"/>
                </a:lnTo>
                <a:lnTo>
                  <a:pt x="1387" y="1572"/>
                </a:lnTo>
                <a:cubicBezTo>
                  <a:pt x="1387" y="1710"/>
                  <a:pt x="1479" y="1849"/>
                  <a:pt x="1618" y="1849"/>
                </a:cubicBezTo>
                <a:cubicBezTo>
                  <a:pt x="1710" y="1849"/>
                  <a:pt x="1849" y="1710"/>
                  <a:pt x="1849" y="1618"/>
                </a:cubicBezTo>
                <a:lnTo>
                  <a:pt x="1849" y="231"/>
                </a:lnTo>
                <a:cubicBezTo>
                  <a:pt x="1849" y="93"/>
                  <a:pt x="1710" y="0"/>
                  <a:pt x="16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1"/>
          <p:cNvSpPr/>
          <p:nvPr/>
        </p:nvSpPr>
        <p:spPr>
          <a:xfrm>
            <a:off x="4500960" y="3052908"/>
            <a:ext cx="25710" cy="25724"/>
          </a:xfrm>
          <a:custGeom>
            <a:avLst/>
            <a:gdLst/>
            <a:ahLst/>
            <a:cxnLst/>
            <a:rect l="l" t="t" r="r" b="b"/>
            <a:pathLst>
              <a:path w="1849" h="1850" extrusionOk="0">
                <a:moveTo>
                  <a:pt x="1618" y="0"/>
                </a:moveTo>
                <a:cubicBezTo>
                  <a:pt x="1479" y="0"/>
                  <a:pt x="1387" y="93"/>
                  <a:pt x="1387" y="231"/>
                </a:cubicBezTo>
                <a:lnTo>
                  <a:pt x="1387" y="1341"/>
                </a:lnTo>
                <a:lnTo>
                  <a:pt x="231" y="1341"/>
                </a:lnTo>
                <a:cubicBezTo>
                  <a:pt x="93" y="1341"/>
                  <a:pt x="0" y="1479"/>
                  <a:pt x="0" y="1618"/>
                </a:cubicBezTo>
                <a:cubicBezTo>
                  <a:pt x="0" y="1710"/>
                  <a:pt x="93" y="1849"/>
                  <a:pt x="231" y="1849"/>
                </a:cubicBezTo>
                <a:lnTo>
                  <a:pt x="1618" y="1849"/>
                </a:lnTo>
                <a:cubicBezTo>
                  <a:pt x="1710" y="1849"/>
                  <a:pt x="1849" y="1710"/>
                  <a:pt x="1849" y="1618"/>
                </a:cubicBezTo>
                <a:lnTo>
                  <a:pt x="1849" y="231"/>
                </a:lnTo>
                <a:cubicBezTo>
                  <a:pt x="1849" y="93"/>
                  <a:pt x="1710" y="0"/>
                  <a:pt x="16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1"/>
          <p:cNvSpPr/>
          <p:nvPr/>
        </p:nvSpPr>
        <p:spPr>
          <a:xfrm>
            <a:off x="4470105" y="3052908"/>
            <a:ext cx="25724" cy="25724"/>
          </a:xfrm>
          <a:custGeom>
            <a:avLst/>
            <a:gdLst/>
            <a:ahLst/>
            <a:cxnLst/>
            <a:rect l="l" t="t" r="r" b="b"/>
            <a:pathLst>
              <a:path w="1850" h="1850" extrusionOk="0">
                <a:moveTo>
                  <a:pt x="232" y="0"/>
                </a:moveTo>
                <a:cubicBezTo>
                  <a:pt x="93" y="0"/>
                  <a:pt x="1" y="93"/>
                  <a:pt x="1" y="231"/>
                </a:cubicBezTo>
                <a:lnTo>
                  <a:pt x="1" y="1618"/>
                </a:lnTo>
                <a:cubicBezTo>
                  <a:pt x="1" y="1710"/>
                  <a:pt x="93" y="1849"/>
                  <a:pt x="232" y="1849"/>
                </a:cubicBezTo>
                <a:lnTo>
                  <a:pt x="1618" y="1849"/>
                </a:lnTo>
                <a:cubicBezTo>
                  <a:pt x="1757" y="1849"/>
                  <a:pt x="1849" y="1710"/>
                  <a:pt x="1849" y="1618"/>
                </a:cubicBezTo>
                <a:cubicBezTo>
                  <a:pt x="1849" y="1479"/>
                  <a:pt x="1757" y="1341"/>
                  <a:pt x="1618" y="1341"/>
                </a:cubicBezTo>
                <a:lnTo>
                  <a:pt x="463" y="1341"/>
                </a:lnTo>
                <a:lnTo>
                  <a:pt x="463" y="231"/>
                </a:lnTo>
                <a:cubicBezTo>
                  <a:pt x="463" y="93"/>
                  <a:pt x="370" y="0"/>
                  <a:pt x="23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1"/>
          <p:cNvSpPr/>
          <p:nvPr/>
        </p:nvSpPr>
        <p:spPr>
          <a:xfrm>
            <a:off x="3314613" y="3462925"/>
            <a:ext cx="12876" cy="44357"/>
          </a:xfrm>
          <a:custGeom>
            <a:avLst/>
            <a:gdLst/>
            <a:ahLst/>
            <a:cxnLst/>
            <a:rect l="l" t="t" r="r" b="b"/>
            <a:pathLst>
              <a:path w="926" h="3190" extrusionOk="0">
                <a:moveTo>
                  <a:pt x="1" y="0"/>
                </a:moveTo>
                <a:lnTo>
                  <a:pt x="1" y="2866"/>
                </a:lnTo>
                <a:lnTo>
                  <a:pt x="925" y="3189"/>
                </a:lnTo>
                <a:lnTo>
                  <a:pt x="92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1"/>
          <p:cNvSpPr/>
          <p:nvPr/>
        </p:nvSpPr>
        <p:spPr>
          <a:xfrm>
            <a:off x="3331967" y="3441066"/>
            <a:ext cx="48862" cy="66216"/>
          </a:xfrm>
          <a:custGeom>
            <a:avLst/>
            <a:gdLst/>
            <a:ahLst/>
            <a:cxnLst/>
            <a:rect l="l" t="t" r="r" b="b"/>
            <a:pathLst>
              <a:path w="3514" h="4762" extrusionOk="0">
                <a:moveTo>
                  <a:pt x="1202" y="1"/>
                </a:moveTo>
                <a:lnTo>
                  <a:pt x="1" y="1572"/>
                </a:lnTo>
                <a:lnTo>
                  <a:pt x="1" y="4438"/>
                </a:lnTo>
                <a:lnTo>
                  <a:pt x="694" y="4761"/>
                </a:lnTo>
                <a:lnTo>
                  <a:pt x="2774" y="4761"/>
                </a:lnTo>
                <a:lnTo>
                  <a:pt x="3513" y="2635"/>
                </a:lnTo>
                <a:lnTo>
                  <a:pt x="3513" y="1572"/>
                </a:lnTo>
                <a:lnTo>
                  <a:pt x="1757" y="1572"/>
                </a:lnTo>
                <a:lnTo>
                  <a:pt x="1757" y="278"/>
                </a:lnTo>
                <a:lnTo>
                  <a:pt x="152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1"/>
          <p:cNvSpPr/>
          <p:nvPr/>
        </p:nvSpPr>
        <p:spPr>
          <a:xfrm>
            <a:off x="3650085" y="3441066"/>
            <a:ext cx="12862" cy="44357"/>
          </a:xfrm>
          <a:custGeom>
            <a:avLst/>
            <a:gdLst/>
            <a:ahLst/>
            <a:cxnLst/>
            <a:rect l="l" t="t" r="r" b="b"/>
            <a:pathLst>
              <a:path w="925" h="3190" extrusionOk="0">
                <a:moveTo>
                  <a:pt x="0" y="1"/>
                </a:moveTo>
                <a:lnTo>
                  <a:pt x="0" y="3190"/>
                </a:lnTo>
                <a:lnTo>
                  <a:pt x="925" y="3190"/>
                </a:lnTo>
                <a:lnTo>
                  <a:pt x="925" y="278"/>
                </a:lnTo>
                <a:lnTo>
                  <a:pt x="0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1"/>
          <p:cNvSpPr/>
          <p:nvPr/>
        </p:nvSpPr>
        <p:spPr>
          <a:xfrm>
            <a:off x="3597385" y="3441066"/>
            <a:ext cx="48209" cy="66216"/>
          </a:xfrm>
          <a:custGeom>
            <a:avLst/>
            <a:gdLst/>
            <a:ahLst/>
            <a:cxnLst/>
            <a:rect l="l" t="t" r="r" b="b"/>
            <a:pathLst>
              <a:path w="3467" h="4762" extrusionOk="0">
                <a:moveTo>
                  <a:pt x="694" y="1"/>
                </a:moveTo>
                <a:lnTo>
                  <a:pt x="1" y="2081"/>
                </a:lnTo>
                <a:lnTo>
                  <a:pt x="1" y="3190"/>
                </a:lnTo>
                <a:lnTo>
                  <a:pt x="1711" y="3190"/>
                </a:lnTo>
                <a:lnTo>
                  <a:pt x="1711" y="4484"/>
                </a:lnTo>
                <a:lnTo>
                  <a:pt x="1942" y="4761"/>
                </a:lnTo>
                <a:lnTo>
                  <a:pt x="2265" y="4761"/>
                </a:lnTo>
                <a:lnTo>
                  <a:pt x="3467" y="3190"/>
                </a:lnTo>
                <a:lnTo>
                  <a:pt x="3467" y="278"/>
                </a:lnTo>
                <a:lnTo>
                  <a:pt x="2774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1"/>
          <p:cNvSpPr/>
          <p:nvPr/>
        </p:nvSpPr>
        <p:spPr>
          <a:xfrm>
            <a:off x="3879504" y="3448783"/>
            <a:ext cx="61710" cy="50141"/>
          </a:xfrm>
          <a:custGeom>
            <a:avLst/>
            <a:gdLst/>
            <a:ahLst/>
            <a:cxnLst/>
            <a:rect l="l" t="t" r="r" b="b"/>
            <a:pathLst>
              <a:path w="4438" h="3606" extrusionOk="0">
                <a:moveTo>
                  <a:pt x="2497" y="0"/>
                </a:moveTo>
                <a:lnTo>
                  <a:pt x="2497" y="740"/>
                </a:lnTo>
                <a:cubicBezTo>
                  <a:pt x="2497" y="740"/>
                  <a:pt x="1249" y="1063"/>
                  <a:pt x="648" y="2034"/>
                </a:cubicBezTo>
                <a:cubicBezTo>
                  <a:pt x="509" y="2265"/>
                  <a:pt x="371" y="2542"/>
                  <a:pt x="278" y="2820"/>
                </a:cubicBezTo>
                <a:cubicBezTo>
                  <a:pt x="186" y="2958"/>
                  <a:pt x="140" y="3097"/>
                  <a:pt x="140" y="3236"/>
                </a:cubicBezTo>
                <a:cubicBezTo>
                  <a:pt x="93" y="3328"/>
                  <a:pt x="1" y="3605"/>
                  <a:pt x="1" y="3605"/>
                </a:cubicBezTo>
                <a:cubicBezTo>
                  <a:pt x="602" y="2820"/>
                  <a:pt x="1526" y="2219"/>
                  <a:pt x="2497" y="2034"/>
                </a:cubicBezTo>
                <a:lnTo>
                  <a:pt x="2497" y="2820"/>
                </a:lnTo>
                <a:lnTo>
                  <a:pt x="4438" y="1433"/>
                </a:lnTo>
                <a:lnTo>
                  <a:pt x="2497" y="0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1"/>
          <p:cNvSpPr/>
          <p:nvPr/>
        </p:nvSpPr>
        <p:spPr>
          <a:xfrm>
            <a:off x="4157785" y="3446211"/>
            <a:ext cx="44357" cy="5798"/>
          </a:xfrm>
          <a:custGeom>
            <a:avLst/>
            <a:gdLst/>
            <a:ahLst/>
            <a:cxnLst/>
            <a:rect l="l" t="t" r="r" b="b"/>
            <a:pathLst>
              <a:path w="3190" h="417" extrusionOk="0">
                <a:moveTo>
                  <a:pt x="0" y="0"/>
                </a:moveTo>
                <a:lnTo>
                  <a:pt x="0" y="416"/>
                </a:lnTo>
                <a:lnTo>
                  <a:pt x="3189" y="416"/>
                </a:lnTo>
                <a:lnTo>
                  <a:pt x="3189" y="0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41"/>
          <p:cNvSpPr/>
          <p:nvPr/>
        </p:nvSpPr>
        <p:spPr>
          <a:xfrm>
            <a:off x="4157785" y="3461631"/>
            <a:ext cx="44357" cy="5159"/>
          </a:xfrm>
          <a:custGeom>
            <a:avLst/>
            <a:gdLst/>
            <a:ahLst/>
            <a:cxnLst/>
            <a:rect l="l" t="t" r="r" b="b"/>
            <a:pathLst>
              <a:path w="3190" h="371" extrusionOk="0">
                <a:moveTo>
                  <a:pt x="0" y="1"/>
                </a:moveTo>
                <a:lnTo>
                  <a:pt x="0" y="370"/>
                </a:lnTo>
                <a:lnTo>
                  <a:pt x="3189" y="370"/>
                </a:lnTo>
                <a:lnTo>
                  <a:pt x="3189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1"/>
          <p:cNvSpPr/>
          <p:nvPr/>
        </p:nvSpPr>
        <p:spPr>
          <a:xfrm>
            <a:off x="4157785" y="3479624"/>
            <a:ext cx="25710" cy="5159"/>
          </a:xfrm>
          <a:custGeom>
            <a:avLst/>
            <a:gdLst/>
            <a:ahLst/>
            <a:cxnLst/>
            <a:rect l="l" t="t" r="r" b="b"/>
            <a:pathLst>
              <a:path w="1849" h="371" extrusionOk="0">
                <a:moveTo>
                  <a:pt x="0" y="1"/>
                </a:moveTo>
                <a:lnTo>
                  <a:pt x="0" y="371"/>
                </a:lnTo>
                <a:lnTo>
                  <a:pt x="1849" y="371"/>
                </a:lnTo>
                <a:lnTo>
                  <a:pt x="1849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41"/>
          <p:cNvSpPr/>
          <p:nvPr/>
        </p:nvSpPr>
        <p:spPr>
          <a:xfrm>
            <a:off x="4191198" y="3479624"/>
            <a:ext cx="39852" cy="5159"/>
          </a:xfrm>
          <a:custGeom>
            <a:avLst/>
            <a:gdLst/>
            <a:ahLst/>
            <a:cxnLst/>
            <a:rect l="l" t="t" r="r" b="b"/>
            <a:pathLst>
              <a:path w="2866" h="371" extrusionOk="0">
                <a:moveTo>
                  <a:pt x="0" y="1"/>
                </a:moveTo>
                <a:lnTo>
                  <a:pt x="0" y="371"/>
                </a:lnTo>
                <a:lnTo>
                  <a:pt x="2866" y="371"/>
                </a:lnTo>
                <a:lnTo>
                  <a:pt x="2866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1"/>
          <p:cNvSpPr/>
          <p:nvPr/>
        </p:nvSpPr>
        <p:spPr>
          <a:xfrm>
            <a:off x="4207912" y="3462271"/>
            <a:ext cx="5784" cy="39866"/>
          </a:xfrm>
          <a:custGeom>
            <a:avLst/>
            <a:gdLst/>
            <a:ahLst/>
            <a:cxnLst/>
            <a:rect l="l" t="t" r="r" b="b"/>
            <a:pathLst>
              <a:path w="416" h="2867" extrusionOk="0">
                <a:moveTo>
                  <a:pt x="0" y="1"/>
                </a:moveTo>
                <a:lnTo>
                  <a:pt x="0" y="2866"/>
                </a:lnTo>
                <a:lnTo>
                  <a:pt x="416" y="2866"/>
                </a:lnTo>
                <a:lnTo>
                  <a:pt x="416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41"/>
          <p:cNvSpPr/>
          <p:nvPr/>
        </p:nvSpPr>
        <p:spPr>
          <a:xfrm>
            <a:off x="4446967" y="3465497"/>
            <a:ext cx="18007" cy="17353"/>
          </a:xfrm>
          <a:custGeom>
            <a:avLst/>
            <a:gdLst/>
            <a:ahLst/>
            <a:cxnLst/>
            <a:rect l="l" t="t" r="r" b="b"/>
            <a:pathLst>
              <a:path w="1295" h="1248" extrusionOk="0">
                <a:moveTo>
                  <a:pt x="648" y="0"/>
                </a:moveTo>
                <a:cubicBezTo>
                  <a:pt x="324" y="0"/>
                  <a:pt x="1" y="277"/>
                  <a:pt x="1" y="601"/>
                </a:cubicBezTo>
                <a:cubicBezTo>
                  <a:pt x="1" y="971"/>
                  <a:pt x="324" y="1248"/>
                  <a:pt x="648" y="1248"/>
                </a:cubicBezTo>
                <a:cubicBezTo>
                  <a:pt x="1018" y="1248"/>
                  <a:pt x="1295" y="971"/>
                  <a:pt x="1295" y="601"/>
                </a:cubicBezTo>
                <a:cubicBezTo>
                  <a:pt x="1295" y="277"/>
                  <a:pt x="1018" y="0"/>
                  <a:pt x="648" y="0"/>
                </a:cubicBez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"/>
          <p:cNvSpPr/>
          <p:nvPr/>
        </p:nvSpPr>
        <p:spPr>
          <a:xfrm>
            <a:off x="4477822" y="3465497"/>
            <a:ext cx="18007" cy="17353"/>
          </a:xfrm>
          <a:custGeom>
            <a:avLst/>
            <a:gdLst/>
            <a:ahLst/>
            <a:cxnLst/>
            <a:rect l="l" t="t" r="r" b="b"/>
            <a:pathLst>
              <a:path w="1295" h="1248" extrusionOk="0">
                <a:moveTo>
                  <a:pt x="647" y="0"/>
                </a:moveTo>
                <a:cubicBezTo>
                  <a:pt x="324" y="0"/>
                  <a:pt x="0" y="277"/>
                  <a:pt x="0" y="601"/>
                </a:cubicBezTo>
                <a:cubicBezTo>
                  <a:pt x="0" y="971"/>
                  <a:pt x="324" y="1248"/>
                  <a:pt x="647" y="1248"/>
                </a:cubicBezTo>
                <a:cubicBezTo>
                  <a:pt x="1017" y="1248"/>
                  <a:pt x="1294" y="971"/>
                  <a:pt x="1294" y="601"/>
                </a:cubicBezTo>
                <a:cubicBezTo>
                  <a:pt x="1294" y="277"/>
                  <a:pt x="1017" y="0"/>
                  <a:pt x="647" y="0"/>
                </a:cubicBez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1"/>
          <p:cNvSpPr/>
          <p:nvPr/>
        </p:nvSpPr>
        <p:spPr>
          <a:xfrm>
            <a:off x="4508663" y="3465497"/>
            <a:ext cx="18007" cy="17353"/>
          </a:xfrm>
          <a:custGeom>
            <a:avLst/>
            <a:gdLst/>
            <a:ahLst/>
            <a:cxnLst/>
            <a:rect l="l" t="t" r="r" b="b"/>
            <a:pathLst>
              <a:path w="1295" h="1248" extrusionOk="0">
                <a:moveTo>
                  <a:pt x="648" y="0"/>
                </a:moveTo>
                <a:cubicBezTo>
                  <a:pt x="278" y="0"/>
                  <a:pt x="1" y="277"/>
                  <a:pt x="1" y="601"/>
                </a:cubicBezTo>
                <a:cubicBezTo>
                  <a:pt x="1" y="971"/>
                  <a:pt x="278" y="1248"/>
                  <a:pt x="648" y="1248"/>
                </a:cubicBezTo>
                <a:cubicBezTo>
                  <a:pt x="1018" y="1248"/>
                  <a:pt x="1295" y="971"/>
                  <a:pt x="1295" y="601"/>
                </a:cubicBezTo>
                <a:cubicBezTo>
                  <a:pt x="1295" y="277"/>
                  <a:pt x="1018" y="0"/>
                  <a:pt x="648" y="0"/>
                </a:cubicBez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/>
          <p:cNvSpPr/>
          <p:nvPr/>
        </p:nvSpPr>
        <p:spPr>
          <a:xfrm>
            <a:off x="1669429" y="3657650"/>
            <a:ext cx="2997348" cy="5145"/>
          </a:xfrm>
          <a:custGeom>
            <a:avLst/>
            <a:gdLst/>
            <a:ahLst/>
            <a:cxnLst/>
            <a:rect l="l" t="t" r="r" b="b"/>
            <a:pathLst>
              <a:path w="215559" h="370" extrusionOk="0">
                <a:moveTo>
                  <a:pt x="0" y="0"/>
                </a:moveTo>
                <a:lnTo>
                  <a:pt x="0" y="370"/>
                </a:lnTo>
                <a:lnTo>
                  <a:pt x="215558" y="370"/>
                </a:lnTo>
                <a:lnTo>
                  <a:pt x="2155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1"/>
          <p:cNvSpPr/>
          <p:nvPr/>
        </p:nvSpPr>
        <p:spPr>
          <a:xfrm>
            <a:off x="1669429" y="3766902"/>
            <a:ext cx="171602" cy="171602"/>
          </a:xfrm>
          <a:custGeom>
            <a:avLst/>
            <a:gdLst/>
            <a:ahLst/>
            <a:cxnLst/>
            <a:rect l="l" t="t" r="r" b="b"/>
            <a:pathLst>
              <a:path w="12341" h="12341" extrusionOk="0">
                <a:moveTo>
                  <a:pt x="6194" y="0"/>
                </a:moveTo>
                <a:cubicBezTo>
                  <a:pt x="2774" y="0"/>
                  <a:pt x="0" y="2773"/>
                  <a:pt x="0" y="6193"/>
                </a:cubicBezTo>
                <a:cubicBezTo>
                  <a:pt x="0" y="9567"/>
                  <a:pt x="2774" y="12340"/>
                  <a:pt x="6194" y="12340"/>
                </a:cubicBezTo>
                <a:cubicBezTo>
                  <a:pt x="9567" y="12340"/>
                  <a:pt x="12340" y="9567"/>
                  <a:pt x="12340" y="6193"/>
                </a:cubicBezTo>
                <a:cubicBezTo>
                  <a:pt x="12340" y="2773"/>
                  <a:pt x="9567" y="0"/>
                  <a:pt x="61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1"/>
          <p:cNvSpPr/>
          <p:nvPr/>
        </p:nvSpPr>
        <p:spPr>
          <a:xfrm>
            <a:off x="1729833" y="3793891"/>
            <a:ext cx="51435" cy="50781"/>
          </a:xfrm>
          <a:custGeom>
            <a:avLst/>
            <a:gdLst/>
            <a:ahLst/>
            <a:cxnLst/>
            <a:rect l="l" t="t" r="r" b="b"/>
            <a:pathLst>
              <a:path w="3699" h="3652" extrusionOk="0">
                <a:moveTo>
                  <a:pt x="1850" y="0"/>
                </a:moveTo>
                <a:cubicBezTo>
                  <a:pt x="833" y="0"/>
                  <a:pt x="1" y="832"/>
                  <a:pt x="1" y="1849"/>
                </a:cubicBezTo>
                <a:cubicBezTo>
                  <a:pt x="1" y="2866"/>
                  <a:pt x="833" y="3651"/>
                  <a:pt x="1850" y="3651"/>
                </a:cubicBezTo>
                <a:cubicBezTo>
                  <a:pt x="2866" y="3651"/>
                  <a:pt x="3698" y="2866"/>
                  <a:pt x="3698" y="1849"/>
                </a:cubicBezTo>
                <a:cubicBezTo>
                  <a:pt x="3698" y="832"/>
                  <a:pt x="2866" y="0"/>
                  <a:pt x="185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1"/>
          <p:cNvSpPr/>
          <p:nvPr/>
        </p:nvSpPr>
        <p:spPr>
          <a:xfrm>
            <a:off x="1706709" y="3856867"/>
            <a:ext cx="97043" cy="43078"/>
          </a:xfrm>
          <a:custGeom>
            <a:avLst/>
            <a:gdLst/>
            <a:ahLst/>
            <a:cxnLst/>
            <a:rect l="l" t="t" r="r" b="b"/>
            <a:pathLst>
              <a:path w="6979" h="3098" extrusionOk="0">
                <a:moveTo>
                  <a:pt x="3513" y="0"/>
                </a:moveTo>
                <a:cubicBezTo>
                  <a:pt x="1710" y="0"/>
                  <a:pt x="231" y="1341"/>
                  <a:pt x="0" y="3097"/>
                </a:cubicBezTo>
                <a:lnTo>
                  <a:pt x="6979" y="3097"/>
                </a:lnTo>
                <a:cubicBezTo>
                  <a:pt x="6794" y="1341"/>
                  <a:pt x="5315" y="0"/>
                  <a:pt x="35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/>
          <p:cNvSpPr/>
          <p:nvPr/>
        </p:nvSpPr>
        <p:spPr>
          <a:xfrm>
            <a:off x="4034392" y="3781029"/>
            <a:ext cx="634958" cy="143333"/>
          </a:xfrm>
          <a:custGeom>
            <a:avLst/>
            <a:gdLst/>
            <a:ahLst/>
            <a:cxnLst/>
            <a:rect l="l" t="t" r="r" b="b"/>
            <a:pathLst>
              <a:path w="45664" h="10308" extrusionOk="0">
                <a:moveTo>
                  <a:pt x="878" y="1"/>
                </a:moveTo>
                <a:cubicBezTo>
                  <a:pt x="370" y="1"/>
                  <a:pt x="0" y="417"/>
                  <a:pt x="0" y="925"/>
                </a:cubicBezTo>
                <a:lnTo>
                  <a:pt x="0" y="9383"/>
                </a:lnTo>
                <a:cubicBezTo>
                  <a:pt x="0" y="9891"/>
                  <a:pt x="370" y="10307"/>
                  <a:pt x="878" y="10307"/>
                </a:cubicBezTo>
                <a:lnTo>
                  <a:pt x="44739" y="10307"/>
                </a:lnTo>
                <a:cubicBezTo>
                  <a:pt x="45247" y="10307"/>
                  <a:pt x="45663" y="9891"/>
                  <a:pt x="45663" y="9383"/>
                </a:cubicBezTo>
                <a:lnTo>
                  <a:pt x="45663" y="925"/>
                </a:lnTo>
                <a:cubicBezTo>
                  <a:pt x="45663" y="417"/>
                  <a:pt x="45247" y="1"/>
                  <a:pt x="447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/>
          <p:cNvSpPr/>
          <p:nvPr/>
        </p:nvSpPr>
        <p:spPr>
          <a:xfrm>
            <a:off x="3214358" y="3547745"/>
            <a:ext cx="266072" cy="5798"/>
          </a:xfrm>
          <a:custGeom>
            <a:avLst/>
            <a:gdLst/>
            <a:ahLst/>
            <a:cxnLst/>
            <a:rect l="l" t="t" r="r" b="b"/>
            <a:pathLst>
              <a:path w="19135" h="417" extrusionOk="0">
                <a:moveTo>
                  <a:pt x="1" y="1"/>
                </a:moveTo>
                <a:lnTo>
                  <a:pt x="1" y="417"/>
                </a:lnTo>
                <a:lnTo>
                  <a:pt x="19135" y="417"/>
                </a:lnTo>
                <a:lnTo>
                  <a:pt x="191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/>
          <p:cNvSpPr/>
          <p:nvPr/>
        </p:nvSpPr>
        <p:spPr>
          <a:xfrm>
            <a:off x="3497130" y="3547745"/>
            <a:ext cx="266072" cy="5798"/>
          </a:xfrm>
          <a:custGeom>
            <a:avLst/>
            <a:gdLst/>
            <a:ahLst/>
            <a:cxnLst/>
            <a:rect l="l" t="t" r="r" b="b"/>
            <a:pathLst>
              <a:path w="19135" h="417" extrusionOk="0">
                <a:moveTo>
                  <a:pt x="1" y="1"/>
                </a:moveTo>
                <a:lnTo>
                  <a:pt x="1" y="417"/>
                </a:lnTo>
                <a:lnTo>
                  <a:pt x="19135" y="417"/>
                </a:lnTo>
                <a:lnTo>
                  <a:pt x="19135" y="1"/>
                </a:lnTo>
                <a:close/>
              </a:path>
            </a:pathLst>
          </a:custGeom>
          <a:solidFill>
            <a:srgbClr val="1B1464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/>
          <p:cNvSpPr/>
          <p:nvPr/>
        </p:nvSpPr>
        <p:spPr>
          <a:xfrm>
            <a:off x="2860268" y="2056700"/>
            <a:ext cx="520561" cy="520561"/>
          </a:xfrm>
          <a:custGeom>
            <a:avLst/>
            <a:gdLst/>
            <a:ahLst/>
            <a:cxnLst/>
            <a:rect l="l" t="t" r="r" b="b"/>
            <a:pathLst>
              <a:path w="37437" h="37437" extrusionOk="0">
                <a:moveTo>
                  <a:pt x="18718" y="0"/>
                </a:moveTo>
                <a:cubicBezTo>
                  <a:pt x="8366" y="0"/>
                  <a:pt x="0" y="8366"/>
                  <a:pt x="0" y="18719"/>
                </a:cubicBezTo>
                <a:cubicBezTo>
                  <a:pt x="0" y="29071"/>
                  <a:pt x="8366" y="37437"/>
                  <a:pt x="18718" y="37437"/>
                </a:cubicBezTo>
                <a:cubicBezTo>
                  <a:pt x="29071" y="37437"/>
                  <a:pt x="37436" y="29071"/>
                  <a:pt x="37436" y="18719"/>
                </a:cubicBezTo>
                <a:cubicBezTo>
                  <a:pt x="37436" y="8366"/>
                  <a:pt x="29071" y="0"/>
                  <a:pt x="18718" y="0"/>
                </a:cubicBezTo>
                <a:close/>
              </a:path>
            </a:pathLst>
          </a:custGeom>
          <a:solidFill>
            <a:srgbClr val="1B146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1"/>
          <p:cNvSpPr/>
          <p:nvPr/>
        </p:nvSpPr>
        <p:spPr>
          <a:xfrm>
            <a:off x="3044703" y="2190412"/>
            <a:ext cx="234577" cy="234591"/>
          </a:xfrm>
          <a:custGeom>
            <a:avLst/>
            <a:gdLst/>
            <a:ahLst/>
            <a:cxnLst/>
            <a:rect l="l" t="t" r="r" b="b"/>
            <a:pathLst>
              <a:path w="16870" h="16871" extrusionOk="0">
                <a:moveTo>
                  <a:pt x="1" y="1"/>
                </a:moveTo>
                <a:lnTo>
                  <a:pt x="1" y="16870"/>
                </a:lnTo>
                <a:lnTo>
                  <a:pt x="16870" y="8413"/>
                </a:ln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5" name="Google Shape;585;p41"/>
          <p:cNvSpPr txBox="1"/>
          <p:nvPr/>
        </p:nvSpPr>
        <p:spPr>
          <a:xfrm>
            <a:off x="3989175" y="3716338"/>
            <a:ext cx="7254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SUBSCRIBE 2.0 M</a:t>
            </a:r>
            <a:endParaRPr sz="600"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6" name="Google Shape;586;p41"/>
          <p:cNvSpPr txBox="1"/>
          <p:nvPr/>
        </p:nvSpPr>
        <p:spPr>
          <a:xfrm>
            <a:off x="1596825" y="3242950"/>
            <a:ext cx="1642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SpaceX Bit Operators</a:t>
            </a:r>
            <a:endParaRPr sz="500" b="1" dirty="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7" name="Google Shape;587;p41"/>
          <p:cNvSpPr txBox="1"/>
          <p:nvPr/>
        </p:nvSpPr>
        <p:spPr>
          <a:xfrm>
            <a:off x="1596825" y="3373850"/>
            <a:ext cx="1642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dirty="0">
                <a:solidFill>
                  <a:srgbClr val="1B1450"/>
                </a:solidFill>
                <a:latin typeface="Anaheim"/>
                <a:ea typeface="Anaheim"/>
                <a:cs typeface="Anaheim"/>
                <a:sym typeface="Anaheim"/>
              </a:rPr>
              <a:t>300 views</a:t>
            </a:r>
            <a:endParaRPr sz="500" dirty="0">
              <a:solidFill>
                <a:srgbClr val="1B145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8" name="Google Shape;588;p41"/>
          <p:cNvSpPr txBox="1"/>
          <p:nvPr/>
        </p:nvSpPr>
        <p:spPr>
          <a:xfrm>
            <a:off x="1596825" y="3106038"/>
            <a:ext cx="1642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1">
                <a:solidFill>
                  <a:srgbClr val="1B1450"/>
                </a:solidFill>
                <a:latin typeface="Anaheim"/>
                <a:ea typeface="Anaheim"/>
                <a:cs typeface="Anaheim"/>
                <a:sym typeface="Anaheim"/>
              </a:rPr>
              <a:t>#loremipsum	#loremipsum</a:t>
            </a:r>
            <a:endParaRPr sz="400" b="1">
              <a:solidFill>
                <a:srgbClr val="1B145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9" name="Google Shape;589;p41"/>
          <p:cNvSpPr txBox="1"/>
          <p:nvPr/>
        </p:nvSpPr>
        <p:spPr>
          <a:xfrm>
            <a:off x="1803750" y="3689750"/>
            <a:ext cx="1642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500" b="1"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SpaceX</a:t>
            </a:r>
            <a:endParaRPr sz="500" b="1" dirty="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Sit Amet</a:t>
            </a:r>
            <a:endParaRPr sz="500" dirty="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0" name="Google Shape;590;p41"/>
          <p:cNvSpPr txBox="1"/>
          <p:nvPr/>
        </p:nvSpPr>
        <p:spPr>
          <a:xfrm>
            <a:off x="2223950" y="2926300"/>
            <a:ext cx="5442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0:50 / 2:50</a:t>
            </a:r>
            <a:endParaRPr sz="400" b="1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title"/>
          </p:nvPr>
        </p:nvSpPr>
        <p:spPr>
          <a:xfrm>
            <a:off x="2318525" y="1701139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End!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A8DEB-6C51-F157-72C4-93FF076C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343" y="3355486"/>
            <a:ext cx="4056336" cy="66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16C69-0A13-CAD0-778F-79E7BC07A492}"/>
              </a:ext>
            </a:extLst>
          </p:cNvPr>
          <p:cNvSpPr txBox="1"/>
          <p:nvPr/>
        </p:nvSpPr>
        <p:spPr>
          <a:xfrm>
            <a:off x="2216905" y="3063098"/>
            <a:ext cx="314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dirty="0">
                <a:solidFill>
                  <a:schemeClr val="bg1"/>
                </a:solidFill>
              </a:rPr>
              <a:t>Vragen?</a:t>
            </a:r>
          </a:p>
        </p:txBody>
      </p:sp>
      <p:pic>
        <p:nvPicPr>
          <p:cNvPr id="7" name="Google Shape;955;p57">
            <a:extLst>
              <a:ext uri="{FF2B5EF4-FFF2-40B4-BE49-F238E27FC236}">
                <a16:creationId xmlns:a16="http://schemas.microsoft.com/office/drawing/2014/main" id="{4E6BAFE5-F035-EA4C-4DCD-F6FABD5AA9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6540" b="16547"/>
          <a:stretch/>
        </p:blipFill>
        <p:spPr>
          <a:xfrm>
            <a:off x="6249291" y="2759908"/>
            <a:ext cx="2229080" cy="1334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99</Words>
  <Application>Microsoft Office PowerPoint</Application>
  <PresentationFormat>On-screen Show (16:9)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Overpass Mono</vt:lpstr>
      <vt:lpstr>Anaheim</vt:lpstr>
      <vt:lpstr>Arial</vt:lpstr>
      <vt:lpstr>Nunito Light</vt:lpstr>
      <vt:lpstr>Raleway SemiBold</vt:lpstr>
      <vt:lpstr>Barlow Condensed ExtraBold</vt:lpstr>
      <vt:lpstr>Programming Lesson by Slidesgo</vt:lpstr>
      <vt:lpstr>Bit Operators</vt:lpstr>
      <vt:lpstr>TABLE OF CONTENTS</vt:lpstr>
      <vt:lpstr>INTRODUCTION</vt:lpstr>
      <vt:lpstr>PROGRAMMING TIMELINE</vt:lpstr>
      <vt:lpstr>TIMELINE</vt:lpstr>
      <vt:lpstr>Assignment</vt:lpstr>
      <vt:lpstr>DEMO</vt:lpstr>
      <vt:lpstr>The End!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 Operators</dc:title>
  <cp:lastModifiedBy>Ersin Karaduman</cp:lastModifiedBy>
  <cp:revision>2</cp:revision>
  <dcterms:modified xsi:type="dcterms:W3CDTF">2023-05-11T21:55:50Z</dcterms:modified>
</cp:coreProperties>
</file>